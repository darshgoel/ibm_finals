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fe8f454df94ad2" /><Relationship Type="http://schemas.openxmlformats.org/officeDocument/2006/relationships/extended-properties" Target="/docProps/app.xml" Id="Rc6ba25fe0bea4ba7" /><Relationship Type="http://schemas.openxmlformats.org/officeDocument/2006/relationships/officeDocument" Target="/ppt/presentation.xml" Id="R081f36ed4d004992" /></Relationships>
</file>

<file path=ppt/presentation.xml><?xml version="1.0" encoding="utf-8"?>
<p:presentation xmlns:p="http://schemas.openxmlformats.org/presentationml/2006/main">
  <p:sldMasterIdLst>
    <p:sldMasterId xmlns:r="http://schemas.openxmlformats.org/officeDocument/2006/relationships" id="2147483648" r:id="R77273cc10fb44e1a"/>
  </p:sldMasterIdLst>
  <p:notesMasterIdLst>
    <p:notesMasterId xmlns:r="http://schemas.openxmlformats.org/officeDocument/2006/relationships" r:id="Rd361f17f349047ba"/>
  </p:notesMasterIdLst>
  <p:sldIdLst>
    <p:sldId xmlns:r="http://schemas.openxmlformats.org/officeDocument/2006/relationships" id="256" r:id="R27bc1f37e1c54eec"/>
    <p:sldId xmlns:r="http://schemas.openxmlformats.org/officeDocument/2006/relationships" id="257" r:id="R27bdcbdc72dc4dae"/>
    <p:sldId xmlns:r="http://schemas.openxmlformats.org/officeDocument/2006/relationships" id="258" r:id="Ra3ae711147fc46d9"/>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718c875166e415a" /><Relationship Type="http://schemas.openxmlformats.org/officeDocument/2006/relationships/slideMaster" Target="/ppt/slideMasters/slideMaster1.xml" Id="R77273cc10fb44e1a" /><Relationship Type="http://schemas.openxmlformats.org/officeDocument/2006/relationships/notesMaster" Target="/ppt/notesMasters/notesMaster1.xml" Id="Rd361f17f349047ba" /><Relationship Type="http://schemas.openxmlformats.org/officeDocument/2006/relationships/presProps" Target="/ppt/presProps.xml" Id="R1e7b03feec364a16" /><Relationship Type="http://schemas.openxmlformats.org/officeDocument/2006/relationships/viewProps" Target="/ppt/viewProps.xml" Id="R9568cf6e4ae34511" /><Relationship Type="http://schemas.openxmlformats.org/officeDocument/2006/relationships/tableStyles" Target="/ppt/tableStyles.xml" Id="Rc9c77447e01e4731" /><Relationship Type="http://schemas.openxmlformats.org/officeDocument/2006/relationships/slide" Target="/ppt/slides/slide1.xml" Id="R27bc1f37e1c54eec" /><Relationship Type="http://schemas.openxmlformats.org/officeDocument/2006/relationships/slide" Target="/ppt/slides/slide2.xml" Id="R27bdcbdc72dc4dae" /><Relationship Type="http://schemas.openxmlformats.org/officeDocument/2006/relationships/slide" Target="/ppt/slides/slide3.xml" Id="Ra3ae711147fc46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07ff9157c04b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26bff369c040ab" /><Relationship Type="http://schemas.openxmlformats.org/officeDocument/2006/relationships/notesMaster" Target="/ppt/notesMasters/notesMaster1.xml" Id="Rc1d7431b1e3343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ab7220e1484eff" /><Relationship Type="http://schemas.openxmlformats.org/officeDocument/2006/relationships/notesMaster" Target="/ppt/notesMasters/notesMaster1.xml" Id="R81ea657489394a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fa30fd958a4dcb" /><Relationship Type="http://schemas.openxmlformats.org/officeDocument/2006/relationships/notesMaster" Target="/ppt/notesMasters/notesMaster1.xml" Id="Rf864f4ec0db446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0e24692e1748d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046c6055a444a7" /><Relationship Type="http://schemas.openxmlformats.org/officeDocument/2006/relationships/slideLayout" Target="/ppt/slideLayouts/slideLayout1.xml" Id="R0ee0c771af3c430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e0c771af3c430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b3f41debf54c53" /><Relationship Type="http://schemas.openxmlformats.org/officeDocument/2006/relationships/image" Target="/ppt/media/image.png" Id="R00b157129dcf42dc" /><Relationship Type="http://schemas.openxmlformats.org/officeDocument/2006/relationships/notesSlide" Target="/ppt/notesSlides/notesSlide1.xml" Id="R6d825ef4f77e44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f51cd2499349c0" /><Relationship Type="http://schemas.openxmlformats.org/officeDocument/2006/relationships/image" Target="/ppt/media/image.png" Id="Re0055031a8244e88" /><Relationship Type="http://schemas.openxmlformats.org/officeDocument/2006/relationships/notesSlide" Target="/ppt/notesSlides/notesSlide2.xml" Id="R311c84db63104b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90ae96452c4623" /><Relationship Type="http://schemas.openxmlformats.org/officeDocument/2006/relationships/image" Target="/ppt/media/image.png" Id="Re54a69451673404f" /><Relationship Type="http://schemas.openxmlformats.org/officeDocument/2006/relationships/notesSlide" Target="/ppt/notesSlides/notesSlide3.xml" Id="R24380c38937645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1742A1A-FFF3-4B01-A269-E8C049E6CFD8}"/>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17365D"/>
          </a:solidFill>
          <a:ln xmlns:a="http://schemas.openxmlformats.org/drawingml/2006/main" w="12700">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3" name="Text 1">
            <a:extLst xmlns:a="http://schemas.openxmlformats.org/drawingml/2006/main">
              <a:ext uri="{FF2B5EF4-FFF2-40B4-BE49-F238E27FC236}">
                <a16:creationId xmlns:a16="http://schemas.microsoft.com/office/drawing/2014/main" id="{B1C0FBC1-B656-4BD1-9596-5BB4E3091659}"/>
              </a:ext>
            </a:extLst>
          </p:cNvPr>
          <p:cNvSpPr>
            <a:spLocks xmlns:a="http://schemas.openxmlformats.org/drawingml/2006/main" noGrp="1"/>
          </p:cNvSpPr>
          <p:nvPr/>
        </p:nvSpPr>
        <p:spPr>
          <a:xfrm xmlns:a="http://schemas.openxmlformats.org/drawingml/2006/main">
            <a:off x="782224" y="721015"/>
            <a:ext cx="10607040" cy="68597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r>
              <a:rPr sz="2800" b="1">
                <a:solidFill>
                  <a:srgbClr val="0070C0"/>
                </a:solidFill>
                <a:latin typeface="IBM Plex Sans"/>
                <a:ea typeface="IBM Plex Sans"/>
                <a:cs typeface="IBM Plex Sans"/>
              </a:rPr>
              <a:t>SkillUp</a:t>
            </a:r>
            <a:r>
              <a:rPr sz="2800" b="1">
                <a:solidFill>
                  <a:srgbClr val="0070C0"/>
                </a:solidFill>
                <a:latin typeface="IBM Plex Sans"/>
                <a:ea typeface="IBM Plex Sans"/>
                <a:cs typeface="IBM Plex Sans"/>
              </a:rPr>
              <a:t> Hackathon in collaboration with IBM </a:t>
            </a:r>
            <a:r>
              <a:rPr sz="2800" b="1">
                <a:solidFill>
                  <a:srgbClr val="0070C0"/>
                </a:solidFill>
                <a:latin typeface="IBM Plex Sans"/>
                <a:ea typeface="IBM Plex Sans"/>
                <a:cs typeface="IBM Plex Sans"/>
              </a:rPr>
              <a:t>SkillsBuild</a:t>
            </a:r>
            <a:endParaRPr sz="2800">
              <a:solidFill>
                <a:srgbClr val="0070C0"/>
              </a:solidFill>
              <a:latin typeface="IBM Plex Sans"/>
              <a:ea typeface="IBM Plex Sans"/>
              <a:cs typeface="IBM Plex Sans"/>
            </a:endParaRPr>
          </a:p>
          <a:p xmlns:a="http://schemas.openxmlformats.org/drawingml/2006/main">
            <a:pPr marL="0" indent="0">
              <a:buNone/>
            </a:pPr>
            <a:endParaRPr sz="2400" b="1">
              <a:solidFill>
                <a:srgbClr val="17365D"/>
              </a:solidFill>
              <a:latin typeface="IBM Plex Sans"/>
              <a:ea typeface="IBM Plex Sans"/>
              <a:cs typeface="IBM Plex Sans"/>
            </a:endParaRPr>
          </a:p>
        </p:txBody>
      </p:sp>
      <p:sp>
        <p:nvSpPr>
          <p:cNvPr id="5" name="Text 3">
            <a:extLst xmlns:a="http://schemas.openxmlformats.org/drawingml/2006/main">
              <a:ext uri="{FF2B5EF4-FFF2-40B4-BE49-F238E27FC236}">
                <a16:creationId xmlns:a16="http://schemas.microsoft.com/office/drawing/2014/main" id="{CA9D1333-9202-4E46-8FD3-DE72B8BC7747}"/>
              </a:ext>
            </a:extLst>
          </p:cNvPr>
          <p:cNvSpPr>
            <a:spLocks xmlns:a="http://schemas.openxmlformats.org/drawingml/2006/main" noGrp="1"/>
          </p:cNvSpPr>
          <p:nvPr/>
        </p:nvSpPr>
        <p:spPr>
          <a:xfrm xmlns:a="http://schemas.openxmlformats.org/drawingml/2006/main">
            <a:off x="768096" y="1783080"/>
            <a:ext cx="107899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900" b="1" spc="70">
                <a:solidFill>
                  <a:srgbClr val="0070C0"/>
                </a:solidFill>
                <a:latin typeface="IBM Plex Sans"/>
                <a:ea typeface="IBM Plex Sans"/>
                <a:cs typeface="IBM Plex Sans"/>
              </a:rPr>
              <a:t>NATIONAL FINALE</a:t>
            </a:r>
            <a:endParaRPr sz="3900">
              <a:solidFill>
                <a:srgbClr val="0070C0"/>
              </a:solidFill>
              <a:latin typeface="IBM Plex Sans"/>
              <a:ea typeface="IBM Plex Sans"/>
              <a:cs typeface="IBM Plex Sans"/>
            </a:endParaRPr>
          </a:p>
        </p:txBody>
      </p:sp>
      <p:sp>
        <p:nvSpPr>
          <p:cNvPr id="6" name="Shape 4">
            <a:extLst xmlns:a="http://schemas.openxmlformats.org/drawingml/2006/main">
              <a:ext uri="{FF2B5EF4-FFF2-40B4-BE49-F238E27FC236}">
                <a16:creationId xmlns:a16="http://schemas.microsoft.com/office/drawing/2014/main" id="{8C5F6FBB-2B0A-4CF1-8B45-31FAD13F02FB}"/>
              </a:ext>
            </a:extLst>
          </p:cNvPr>
          <p:cNvSpPr>
            <a:spLocks xmlns:a="http://schemas.openxmlformats.org/drawingml/2006/main" noGrp="1"/>
          </p:cNvSpPr>
          <p:nvPr/>
        </p:nvSpPr>
        <p:spPr>
          <a:xfrm xmlns:a="http://schemas.openxmlformats.org/drawingml/2006/main">
            <a:off x="777240" y="2706624"/>
            <a:ext cx="10625328" cy="0"/>
          </a:xfrm>
          <a:prstGeom xmlns:a="http://schemas.openxmlformats.org/drawingml/2006/main" prst="line">
            <a:avLst/>
          </a:prstGeom>
          <a:noFill xmlns:a="http://schemas.openxmlformats.org/drawingml/2006/main"/>
          <a:ln xmlns:a="http://schemas.openxmlformats.org/drawingml/2006/main" w="17145">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8" name="Text 6">
            <a:extLst xmlns:a="http://schemas.openxmlformats.org/drawingml/2006/main">
              <a:ext uri="{FF2B5EF4-FFF2-40B4-BE49-F238E27FC236}">
                <a16:creationId xmlns:a16="http://schemas.microsoft.com/office/drawing/2014/main" id="{290157D6-DBF8-46B7-BFC4-7DD53A5241A8}"/>
              </a:ext>
            </a:extLst>
          </p:cNvPr>
          <p:cNvSpPr>
            <a:spLocks xmlns:a="http://schemas.openxmlformats.org/drawingml/2006/main" noGrp="1"/>
          </p:cNvSpPr>
          <p:nvPr/>
        </p:nvSpPr>
        <p:spPr>
          <a:xfrm xmlns:a="http://schemas.openxmlformats.org/drawingml/2006/main">
            <a:off x="786384" y="3123184"/>
            <a:ext cx="10332720"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700" i="1">
                <a:latin typeface="IBM Plex Sans"/>
                <a:ea typeface="IBM Plex Sans"/>
                <a:cs typeface="IBM Plex Sans"/>
              </a:rPr>
              <a:t>FoodBridge</a:t>
            </a:r>
            <a:endParaRPr sz="2700">
              <a:latin typeface="IBM Plex Sans"/>
              <a:ea typeface="IBM Plex Sans"/>
              <a:cs typeface="IBM Plex Sans"/>
            </a:endParaRPr>
          </a:p>
        </p:txBody>
      </p:sp>
      <p:sp>
        <p:nvSpPr>
          <p:cNvPr id="9" name="Shape 7">
            <a:extLst xmlns:a="http://schemas.openxmlformats.org/drawingml/2006/main">
              <a:ext uri="{FF2B5EF4-FFF2-40B4-BE49-F238E27FC236}">
                <a16:creationId xmlns:a16="http://schemas.microsoft.com/office/drawing/2014/main" id="{CD1E4989-D2BD-4A15-AA79-24FAFC10E6C9}"/>
              </a:ext>
            </a:extLst>
          </p:cNvPr>
          <p:cNvSpPr>
            <a:spLocks xmlns:a="http://schemas.openxmlformats.org/drawingml/2006/main" noGrp="1"/>
          </p:cNvSpPr>
          <p:nvPr/>
        </p:nvSpPr>
        <p:spPr>
          <a:xfrm xmlns:a="http://schemas.openxmlformats.org/drawingml/2006/main">
            <a:off x="786384" y="4224528"/>
            <a:ext cx="10616184" cy="0"/>
          </a:xfrm>
          <a:prstGeom xmlns:a="http://schemas.openxmlformats.org/drawingml/2006/main" prst="line">
            <a:avLst/>
          </a:prstGeom>
          <a:noFill xmlns:a="http://schemas.openxmlformats.org/drawingml/2006/main"/>
          <a:ln xmlns:a="http://schemas.openxmlformats.org/drawingml/2006/main" w="10795">
            <a:solidFill>
              <a:srgbClr val="E0E5E9"/>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10" name="Text 8">
            <a:extLst xmlns:a="http://schemas.openxmlformats.org/drawingml/2006/main">
              <a:ext uri="{FF2B5EF4-FFF2-40B4-BE49-F238E27FC236}">
                <a16:creationId xmlns:a16="http://schemas.microsoft.com/office/drawing/2014/main" id="{CE4A20A6-C7BC-47C7-81EE-EE32AED0E777}"/>
              </a:ext>
            </a:extLst>
          </p:cNvPr>
          <p:cNvSpPr>
            <a:spLocks xmlns:a="http://schemas.openxmlformats.org/drawingml/2006/main" noGrp="1"/>
          </p:cNvSpPr>
          <p:nvPr/>
        </p:nvSpPr>
        <p:spPr>
          <a:xfrm xmlns:a="http://schemas.openxmlformats.org/drawingml/2006/main">
            <a:off x="795528" y="4345432"/>
            <a:ext cx="4937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spc="45">
                <a:solidFill>
                  <a:srgbClr val="0070C0"/>
                </a:solidFill>
                <a:latin typeface="IBM Plex Sans"/>
                <a:ea typeface="IBM Plex Sans"/>
                <a:cs typeface="IBM Plex Sans"/>
              </a:rPr>
              <a:t>COLLEGE NAME</a:t>
            </a:r>
            <a:endParaRPr sz="1100">
              <a:solidFill>
                <a:srgbClr val="0070C0"/>
              </a:solidFill>
              <a:latin typeface="IBM Plex Sans"/>
              <a:ea typeface="IBM Plex Sans"/>
              <a:cs typeface="IBM Plex Sans"/>
            </a:endParaRPr>
          </a:p>
        </p:txBody>
      </p:sp>
      <p:sp>
        <p:nvSpPr>
          <p:cNvPr id="11" name="Text 9">
            <a:extLst xmlns:a="http://schemas.openxmlformats.org/drawingml/2006/main">
              <a:ext uri="{FF2B5EF4-FFF2-40B4-BE49-F238E27FC236}">
                <a16:creationId xmlns:a16="http://schemas.microsoft.com/office/drawing/2014/main" id="{32F81C72-731C-4A76-9DFE-0B24CDB11135}"/>
              </a:ext>
            </a:extLst>
          </p:cNvPr>
          <p:cNvSpPr>
            <a:spLocks xmlns:a="http://schemas.openxmlformats.org/drawingml/2006/main" noGrp="1"/>
          </p:cNvSpPr>
          <p:nvPr/>
        </p:nvSpPr>
        <p:spPr>
          <a:xfrm xmlns:a="http://schemas.openxmlformats.org/drawingml/2006/main">
            <a:off x="795528" y="4600448"/>
            <a:ext cx="5212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i="1">
                <a:latin typeface="IBM Plex Sans"/>
                <a:ea typeface="IBM Plex Sans"/>
                <a:cs typeface="IBM Plex Sans"/>
              </a:rPr>
              <a:t>College to be added</a:t>
            </a:r>
            <a:endParaRPr>
              <a:latin typeface="IBM Plex Sans"/>
              <a:ea typeface="IBM Plex Sans"/>
              <a:cs typeface="IBM Plex Sans"/>
            </a:endParaRPr>
          </a:p>
        </p:txBody>
      </p:sp>
      <p:sp>
        <p:nvSpPr>
          <p:cNvPr id="12" name="Text 10">
            <a:extLst xmlns:a="http://schemas.openxmlformats.org/drawingml/2006/main">
              <a:ext uri="{FF2B5EF4-FFF2-40B4-BE49-F238E27FC236}">
                <a16:creationId xmlns:a16="http://schemas.microsoft.com/office/drawing/2014/main" id="{0F8584E5-0CD9-4956-B8A9-DB706FA95BA6}"/>
              </a:ext>
            </a:extLst>
          </p:cNvPr>
          <p:cNvSpPr>
            <a:spLocks xmlns:a="http://schemas.openxmlformats.org/drawingml/2006/main" noGrp="1"/>
          </p:cNvSpPr>
          <p:nvPr/>
        </p:nvSpPr>
        <p:spPr>
          <a:xfrm xmlns:a="http://schemas.openxmlformats.org/drawingml/2006/main">
            <a:off x="6350000" y="4345432"/>
            <a:ext cx="4892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spc="45">
                <a:solidFill>
                  <a:srgbClr val="0070C0"/>
                </a:solidFill>
                <a:latin typeface="IBM Plex Sans"/>
                <a:ea typeface="IBM Plex Sans"/>
                <a:cs typeface="IBM Plex Sans"/>
              </a:rPr>
              <a:t>TEAM NAME</a:t>
            </a:r>
            <a:endParaRPr sz="1100">
              <a:solidFill>
                <a:srgbClr val="0070C0"/>
              </a:solidFill>
              <a:latin typeface="IBM Plex Sans"/>
              <a:ea typeface="IBM Plex Sans"/>
              <a:cs typeface="IBM Plex Sans"/>
            </a:endParaRPr>
          </a:p>
        </p:txBody>
      </p:sp>
      <p:sp>
        <p:nvSpPr>
          <p:cNvPr id="13" name="Text 11">
            <a:extLst xmlns:a="http://schemas.openxmlformats.org/drawingml/2006/main">
              <a:ext uri="{FF2B5EF4-FFF2-40B4-BE49-F238E27FC236}">
                <a16:creationId xmlns:a16="http://schemas.microsoft.com/office/drawing/2014/main" id="{32B0AEA7-D50C-4AE1-8BBC-86A84C94322C}"/>
              </a:ext>
            </a:extLst>
          </p:cNvPr>
          <p:cNvSpPr>
            <a:spLocks xmlns:a="http://schemas.openxmlformats.org/drawingml/2006/main" noGrp="1"/>
          </p:cNvSpPr>
          <p:nvPr/>
        </p:nvSpPr>
        <p:spPr>
          <a:xfrm xmlns:a="http://schemas.openxmlformats.org/drawingml/2006/main">
            <a:off x="6350000" y="4600448"/>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i="1">
                <a:latin typeface="IBM Plex Sans"/>
                <a:ea typeface="IBM Plex Sans"/>
                <a:cs typeface="IBM Plex Sans"/>
              </a:rPr>
              <a:t>Team to be added</a:t>
            </a:r>
            <a:endParaRPr>
              <a:latin typeface="IBM Plex Sans"/>
              <a:ea typeface="IBM Plex Sans"/>
              <a:cs typeface="IBM Plex Sans"/>
            </a:endParaRPr>
          </a:p>
        </p:txBody>
      </p:sp>
      <p:sp>
        <p:nvSpPr>
          <p:cNvPr id="14" name="Text 12">
            <a:extLst xmlns:a="http://schemas.openxmlformats.org/drawingml/2006/main">
              <a:ext uri="{FF2B5EF4-FFF2-40B4-BE49-F238E27FC236}">
                <a16:creationId xmlns:a16="http://schemas.microsoft.com/office/drawing/2014/main" id="{69D7E808-5447-487D-9C23-B5BC5FFBA2E2}"/>
              </a:ext>
            </a:extLst>
          </p:cNvPr>
          <p:cNvSpPr>
            <a:spLocks xmlns:a="http://schemas.openxmlformats.org/drawingml/2006/main" noGrp="1"/>
          </p:cNvSpPr>
          <p:nvPr/>
        </p:nvSpPr>
        <p:spPr>
          <a:xfrm xmlns:a="http://schemas.openxmlformats.org/drawingml/2006/main">
            <a:off x="795528" y="5346192"/>
            <a:ext cx="4754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spc="45">
                <a:solidFill>
                  <a:srgbClr val="0070C0"/>
                </a:solidFill>
                <a:latin typeface="IBM Plex Sans"/>
                <a:ea typeface="IBM Plex Sans"/>
                <a:cs typeface="IBM Plex Sans"/>
              </a:rPr>
              <a:t>TEAM MEMBERS</a:t>
            </a:r>
            <a:endParaRPr sz="1100">
              <a:solidFill>
                <a:srgbClr val="0070C0"/>
              </a:solidFill>
              <a:latin typeface="IBM Plex Sans"/>
              <a:ea typeface="IBM Plex Sans"/>
              <a:cs typeface="IBM Plex Sans"/>
            </a:endParaRPr>
          </a:p>
        </p:txBody>
      </p:sp>
      <p:sp>
        <p:nvSpPr>
          <p:cNvPr id="15" name="Text 13">
            <a:extLst xmlns:a="http://schemas.openxmlformats.org/drawingml/2006/main">
              <a:ext uri="{FF2B5EF4-FFF2-40B4-BE49-F238E27FC236}">
                <a16:creationId xmlns:a16="http://schemas.microsoft.com/office/drawing/2014/main" id="{8FED3D79-F0D4-403B-91C2-003B00790A23}"/>
              </a:ext>
            </a:extLst>
          </p:cNvPr>
          <p:cNvSpPr>
            <a:spLocks xmlns:a="http://schemas.openxmlformats.org/drawingml/2006/main" noGrp="1"/>
          </p:cNvSpPr>
          <p:nvPr/>
        </p:nvSpPr>
        <p:spPr>
          <a:xfrm xmlns:a="http://schemas.openxmlformats.org/drawingml/2006/main">
            <a:off x="795528" y="5591048"/>
            <a:ext cx="106070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700" i="1">
                <a:latin typeface="IBM Plex Sans"/>
                <a:ea typeface="IBM Plex Sans"/>
                <a:cs typeface="IBM Plex Sans"/>
              </a:rPr>
              <a:t>Team member names to be added</a:t>
            </a:r>
            <a:endParaRPr sz="1700">
              <a:latin typeface="IBM Plex Sans"/>
              <a:ea typeface="IBM Plex Sans"/>
              <a:cs typeface="IBM Plex Sans"/>
            </a:endParaRPr>
          </a:p>
        </p:txBody>
      </p:sp>
      <p:pic>
        <p:nvPicPr>
          <p:cNvPr id="4" name="Picture 3">
            <a:extLst xmlns:a="http://schemas.openxmlformats.org/drawingml/2006/main">
              <a:ext uri="{FF2B5EF4-FFF2-40B4-BE49-F238E27FC236}">
                <a16:creationId xmlns:a16="http://schemas.microsoft.com/office/drawing/2014/main" id="{0F4F4F5A-D354-4D02-ACA9-FBBE29FF64DD}"/>
              </a:ext>
            </a:extLst>
          </p:cNvPr>
          <p:cNvPicPr>
            <a:picLocks xmlns:a="http://schemas.openxmlformats.org/drawingml/2006/main" noChangeAspect="1"/>
          </p:cNvPicPr>
          <p:nvPr/>
        </p:nvPicPr>
        <p:blipFill>
          <a:blip xmlns:r="http://schemas.openxmlformats.org/officeDocument/2006/relationships" xmlns:a="http://schemas.openxmlformats.org/drawingml/2006/main" r:embed="R00b157129dcf42dc"/>
          <a:stretch xmlns:a="http://schemas.openxmlformats.org/drawingml/2006/main">
            <a:fillRect l="0" t="0" r="0" b="0"/>
          </a:stretch>
        </p:blipFill>
        <p:spPr>
          <a:xfrm xmlns:a="http://schemas.openxmlformats.org/drawingml/2006/main">
            <a:off x="388188" y="6152222"/>
            <a:ext cx="11358114" cy="505782"/>
          </a:xfrm>
          <a:prstGeom xmlns:a="http://schemas.openxmlformats.org/drawingml/2006/main" prst="rect">
            <a:avLst/>
          </a:prstGeom>
        </p:spPr>
      </p:pic>
    </p:spTree>
    <p:extLst>
      <p:ext uri="{BB962C8B-B14F-4D97-AF65-F5344CB8AC3E}">
        <p14:creationId xmlns:p14="http://schemas.microsoft.com/office/powerpoint/2010/main" val="16171183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2A82367-87C0-483C-829D-803B48215E2B}"/>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17365D"/>
          </a:solidFill>
          <a:ln xmlns:a="http://schemas.openxmlformats.org/drawingml/2006/main" w="12700">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3" name="Text 1">
            <a:extLst xmlns:a="http://schemas.openxmlformats.org/drawingml/2006/main">
              <a:ext uri="{FF2B5EF4-FFF2-40B4-BE49-F238E27FC236}">
                <a16:creationId xmlns:a16="http://schemas.microsoft.com/office/drawing/2014/main" id="{683CAFDF-5F36-41FD-BA35-ACE118265FED}"/>
              </a:ext>
            </a:extLst>
          </p:cNvPr>
          <p:cNvSpPr>
            <a:spLocks xmlns:a="http://schemas.openxmlformats.org/drawingml/2006/main" noGrp="1"/>
          </p:cNvSpPr>
          <p:nvPr/>
        </p:nvSpPr>
        <p:spPr>
          <a:xfrm xmlns:a="http://schemas.openxmlformats.org/drawingml/2006/main">
            <a:off x="768096" y="557784"/>
            <a:ext cx="107899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0070C0"/>
                </a:solidFill>
                <a:latin typeface="IBM Plex Sans"/>
                <a:ea typeface="IBM Plex Sans"/>
                <a:cs typeface="IBM Plex Sans"/>
              </a:rPr>
              <a:t>Problem &amp; Solution Statement</a:t>
            </a:r>
            <a:endParaRPr sz="3200">
              <a:solidFill>
                <a:srgbClr val="0070C0"/>
              </a:solidFill>
              <a:latin typeface="IBM Plex Sans"/>
              <a:ea typeface="IBM Plex Sans"/>
              <a:cs typeface="IBM Plex Sans"/>
            </a:endParaRPr>
          </a:p>
        </p:txBody>
      </p:sp>
      <p:sp>
        <p:nvSpPr>
          <p:cNvPr id="4" name="Shape 2">
            <a:extLst xmlns:a="http://schemas.openxmlformats.org/drawingml/2006/main">
              <a:ext uri="{FF2B5EF4-FFF2-40B4-BE49-F238E27FC236}">
                <a16:creationId xmlns:a16="http://schemas.microsoft.com/office/drawing/2014/main" id="{D1DA43D5-D31F-4F2D-ACB9-87F2E057161A}"/>
              </a:ext>
            </a:extLst>
          </p:cNvPr>
          <p:cNvSpPr>
            <a:spLocks xmlns:a="http://schemas.openxmlformats.org/drawingml/2006/main" noGrp="1"/>
          </p:cNvSpPr>
          <p:nvPr/>
        </p:nvSpPr>
        <p:spPr>
          <a:xfrm xmlns:a="http://schemas.openxmlformats.org/drawingml/2006/main">
            <a:off x="768096" y="1234440"/>
            <a:ext cx="10643616" cy="0"/>
          </a:xfrm>
          <a:prstGeom xmlns:a="http://schemas.openxmlformats.org/drawingml/2006/main" prst="line">
            <a:avLst/>
          </a:prstGeom>
          <a:noFill xmlns:a="http://schemas.openxmlformats.org/drawingml/2006/main"/>
          <a:ln xmlns:a="http://schemas.openxmlformats.org/drawingml/2006/main" w="15875">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5" name="Text 3">
            <a:extLst xmlns:a="http://schemas.openxmlformats.org/drawingml/2006/main">
              <a:ext uri="{FF2B5EF4-FFF2-40B4-BE49-F238E27FC236}">
                <a16:creationId xmlns:a16="http://schemas.microsoft.com/office/drawing/2014/main" id="{61BDBE60-9660-435D-B193-C00EFA06B1B9}"/>
              </a:ext>
            </a:extLst>
          </p:cNvPr>
          <p:cNvSpPr>
            <a:spLocks xmlns:a="http://schemas.openxmlformats.org/drawingml/2006/main" noGrp="1"/>
          </p:cNvSpPr>
          <p:nvPr/>
        </p:nvSpPr>
        <p:spPr>
          <a:xfrm xmlns:a="http://schemas.openxmlformats.org/drawingml/2006/main">
            <a:off x="795528" y="1591056"/>
            <a:ext cx="6492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r>
              <a:rPr sz="2000" b="1" spc="35">
                <a:latin typeface="IBM Plex Sans"/>
                <a:ea typeface="IBM Plex Sans"/>
                <a:cs typeface="IBM Plex Sans"/>
              </a:rPr>
              <a:t>Problem Statement</a:t>
            </a:r>
            <a:endParaRPr sz="2000" b="1">
              <a:latin typeface="IBM Plex Sans"/>
              <a:ea typeface="IBM Plex Sans"/>
              <a:cs typeface="IBM Plex Sans"/>
            </a:endParaRPr>
          </a:p>
        </p:txBody>
      </p:sp>
      <p:sp>
        <p:nvSpPr>
          <p:cNvPr id="6" name="Text 4">
            <a:extLst xmlns:a="http://schemas.openxmlformats.org/drawingml/2006/main">
              <a:ext uri="{FF2B5EF4-FFF2-40B4-BE49-F238E27FC236}">
                <a16:creationId xmlns:a16="http://schemas.microsoft.com/office/drawing/2014/main" id="{CA7C1D12-5889-4BB3-BF23-5F0ED0A3057E}"/>
              </a:ext>
            </a:extLst>
          </p:cNvPr>
          <p:cNvSpPr>
            <a:spLocks xmlns:a="http://schemas.openxmlformats.org/drawingml/2006/main" noGrp="1"/>
          </p:cNvSpPr>
          <p:nvPr/>
        </p:nvSpPr>
        <p:spPr>
          <a:xfrm xmlns:a="http://schemas.openxmlformats.org/drawingml/2006/main">
            <a:off x="765451" y="2063841"/>
            <a:ext cx="10298789" cy="85717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r>
              <a:rPr sz="2000">
                <a:latin typeface="IBM Plex Sans"/>
                <a:ea typeface="IBM Plex Sans"/>
                <a:cs typeface="IBM Plex Sans"/>
              </a:rPr>
              <a:t>Good food is wasted while nearby communities face shortages. Donors, NGOs and food banks often coordinate through fragmented manual channels, making suitable matches and safe, timely handoffs difficult.</a:t>
            </a:r>
            <a:endParaRPr sz="2000">
              <a:latin typeface="IBM Plex Sans"/>
              <a:ea typeface="IBM Plex Sans"/>
              <a:cs typeface="IBM Plex Sans"/>
            </a:endParaRPr>
          </a:p>
        </p:txBody>
      </p:sp>
      <p:sp>
        <p:nvSpPr>
          <p:cNvPr id="7" name="Shape 5">
            <a:extLst xmlns:a="http://schemas.openxmlformats.org/drawingml/2006/main">
              <a:ext uri="{FF2B5EF4-FFF2-40B4-BE49-F238E27FC236}">
                <a16:creationId xmlns:a16="http://schemas.microsoft.com/office/drawing/2014/main" id="{84AABF22-F452-4FB9-AEB0-318B8C1025F3}"/>
              </a:ext>
            </a:extLst>
          </p:cNvPr>
          <p:cNvSpPr>
            <a:spLocks xmlns:a="http://schemas.openxmlformats.org/drawingml/2006/main" noGrp="1"/>
          </p:cNvSpPr>
          <p:nvPr/>
        </p:nvSpPr>
        <p:spPr>
          <a:xfrm xmlns:a="http://schemas.openxmlformats.org/drawingml/2006/main">
            <a:off x="813816" y="3191256"/>
            <a:ext cx="10579608" cy="0"/>
          </a:xfrm>
          <a:prstGeom xmlns:a="http://schemas.openxmlformats.org/drawingml/2006/main" prst="line">
            <a:avLst/>
          </a:prstGeom>
          <a:noFill xmlns:a="http://schemas.openxmlformats.org/drawingml/2006/main"/>
          <a:ln xmlns:a="http://schemas.openxmlformats.org/drawingml/2006/main" w="12700">
            <a:solidFill>
              <a:srgbClr val="E0E5E9"/>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8" name="Text 6">
            <a:extLst xmlns:a="http://schemas.openxmlformats.org/drawingml/2006/main">
              <a:ext uri="{FF2B5EF4-FFF2-40B4-BE49-F238E27FC236}">
                <a16:creationId xmlns:a16="http://schemas.microsoft.com/office/drawing/2014/main" id="{96E715BE-AA04-46B1-A81A-FE2FD9D43A37}"/>
              </a:ext>
            </a:extLst>
          </p:cNvPr>
          <p:cNvSpPr>
            <a:spLocks xmlns:a="http://schemas.openxmlformats.org/drawingml/2006/main" noGrp="1"/>
          </p:cNvSpPr>
          <p:nvPr/>
        </p:nvSpPr>
        <p:spPr>
          <a:xfrm xmlns:a="http://schemas.openxmlformats.org/drawingml/2006/main">
            <a:off x="795528" y="3602736"/>
            <a:ext cx="7040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r>
              <a:rPr sz="2000" b="1" spc="35">
                <a:latin typeface="IBM Plex Sans"/>
                <a:ea typeface="IBM Plex Sans"/>
                <a:cs typeface="IBM Plex Sans"/>
              </a:rPr>
              <a:t>Solution Statement</a:t>
            </a:r>
          </a:p>
        </p:txBody>
      </p:sp>
      <p:sp>
        <p:nvSpPr>
          <p:cNvPr id="9" name="Text 7">
            <a:extLst xmlns:a="http://schemas.openxmlformats.org/drawingml/2006/main">
              <a:ext uri="{FF2B5EF4-FFF2-40B4-BE49-F238E27FC236}">
                <a16:creationId xmlns:a16="http://schemas.microsoft.com/office/drawing/2014/main" id="{8DCB5A19-0753-4DE7-A7D8-372A8231EEE4}"/>
              </a:ext>
            </a:extLst>
          </p:cNvPr>
          <p:cNvSpPr>
            <a:spLocks xmlns:a="http://schemas.openxmlformats.org/drawingml/2006/main" noGrp="1"/>
          </p:cNvSpPr>
          <p:nvPr/>
        </p:nvSpPr>
        <p:spPr>
          <a:xfrm xmlns:a="http://schemas.openxmlformats.org/drawingml/2006/main">
            <a:off x="794206" y="4080755"/>
            <a:ext cx="10298789" cy="851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r>
              <a:rPr sz="2000">
                <a:latin typeface="IBM Plex Sans"/>
                <a:ea typeface="IBM Plex Sans"/>
                <a:cs typeface="IBM Plex Sans"/>
              </a:rPr>
              <a:t>FoodBridge connects verified donors, NGOs, food banks, recipients and recovery partners. It matches surplus with local demand, tracks handoffs, helps recipients find nearby access points and routes unsuitable food toward recovery.</a:t>
            </a:r>
            <a:endParaRPr sz="2000">
              <a:latin typeface="IBM Plex Sans"/>
              <a:ea typeface="IBM Plex Sans"/>
              <a:cs typeface="IBM Plex Sans"/>
            </a:endParaRPr>
          </a:p>
        </p:txBody>
      </p:sp>
      <p:sp>
        <p:nvSpPr>
          <p:cNvPr id="10" name="Shape 8">
            <a:extLst xmlns:a="http://schemas.openxmlformats.org/drawingml/2006/main">
              <a:ext uri="{FF2B5EF4-FFF2-40B4-BE49-F238E27FC236}">
                <a16:creationId xmlns:a16="http://schemas.microsoft.com/office/drawing/2014/main" id="{3A7EAABE-6251-45C7-BDF1-126B51ABABC9}"/>
              </a:ext>
            </a:extLst>
          </p:cNvPr>
          <p:cNvSpPr>
            <a:spLocks xmlns:a="http://schemas.openxmlformats.org/drawingml/2006/main" noGrp="1"/>
          </p:cNvSpPr>
          <p:nvPr/>
        </p:nvSpPr>
        <p:spPr>
          <a:xfrm xmlns:a="http://schemas.openxmlformats.org/drawingml/2006/main">
            <a:off x="813816" y="5202936"/>
            <a:ext cx="10579608" cy="0"/>
          </a:xfrm>
          <a:prstGeom xmlns:a="http://schemas.openxmlformats.org/drawingml/2006/main" prst="line">
            <a:avLst/>
          </a:prstGeom>
          <a:noFill xmlns:a="http://schemas.openxmlformats.org/drawingml/2006/main"/>
          <a:ln xmlns:a="http://schemas.openxmlformats.org/drawingml/2006/main" w="12700">
            <a:solidFill>
              <a:srgbClr val="E0E5E9"/>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pic>
        <p:nvPicPr>
          <p:cNvPr id="13" name="Picture 12">
            <a:extLst xmlns:a="http://schemas.openxmlformats.org/drawingml/2006/main">
              <a:ext uri="{FF2B5EF4-FFF2-40B4-BE49-F238E27FC236}">
                <a16:creationId xmlns:a16="http://schemas.microsoft.com/office/drawing/2014/main" id="{6D93F898-F364-4E85-878A-39CBA0004462}"/>
              </a:ext>
            </a:extLst>
          </p:cNvPr>
          <p:cNvPicPr>
            <a:picLocks xmlns:a="http://schemas.openxmlformats.org/drawingml/2006/main" noChangeAspect="1"/>
          </p:cNvPicPr>
          <p:nvPr/>
        </p:nvPicPr>
        <p:blipFill>
          <a:blip xmlns:r="http://schemas.openxmlformats.org/officeDocument/2006/relationships" xmlns:a="http://schemas.openxmlformats.org/drawingml/2006/main" r:embed="Re0055031a8244e88"/>
          <a:stretch xmlns:a="http://schemas.openxmlformats.org/drawingml/2006/main">
            <a:fillRect l="0" t="0" r="0" b="0"/>
          </a:stretch>
        </p:blipFill>
        <p:spPr>
          <a:xfrm xmlns:a="http://schemas.openxmlformats.org/drawingml/2006/main">
            <a:off x="388188" y="6152222"/>
            <a:ext cx="11358114" cy="505782"/>
          </a:xfrm>
          <a:prstGeom xmlns:a="http://schemas.openxmlformats.org/drawingml/2006/main" prst="rect">
            <a:avLst/>
          </a:prstGeom>
        </p:spPr>
      </p:pic>
    </p:spTree>
    <p:extLst>
      <p:ext uri="{BB962C8B-B14F-4D97-AF65-F5344CB8AC3E}">
        <p14:creationId xmlns:p14="http://schemas.microsoft.com/office/powerpoint/2010/main" val="1473385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8B3C413-7E3B-4BD5-AEFC-6CE07018E465}"/>
              </a:ext>
            </a:extLst>
          </p:cNvPr>
          <p:cNvSpPr>
            <a:spLocks xmlns:a="http://schemas.openxmlformats.org/drawingml/2006/main" noGrp="1"/>
          </p:cNvSpPr>
          <p:nvPr/>
        </p:nvSpPr>
        <p:spPr>
          <a:xfrm xmlns:a="http://schemas.openxmlformats.org/drawingml/2006/main">
            <a:off x="0" y="0"/>
            <a:ext cx="12191695" cy="50292"/>
          </a:xfrm>
          <a:prstGeom xmlns:a="http://schemas.openxmlformats.org/drawingml/2006/main" prst="rect">
            <a:avLst/>
          </a:prstGeom>
          <a:solidFill xmlns:a="http://schemas.openxmlformats.org/drawingml/2006/main">
            <a:srgbClr val="17365D"/>
          </a:solidFill>
          <a:ln xmlns:a="http://schemas.openxmlformats.org/drawingml/2006/main" w="12700">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3" name="Text 1">
            <a:extLst xmlns:a="http://schemas.openxmlformats.org/drawingml/2006/main">
              <a:ext uri="{FF2B5EF4-FFF2-40B4-BE49-F238E27FC236}">
                <a16:creationId xmlns:a16="http://schemas.microsoft.com/office/drawing/2014/main" id="{C0DF422F-000D-4723-9F83-70C00067EC6A}"/>
              </a:ext>
            </a:extLst>
          </p:cNvPr>
          <p:cNvSpPr>
            <a:spLocks xmlns:a="http://schemas.openxmlformats.org/drawingml/2006/main" noGrp="1"/>
          </p:cNvSpPr>
          <p:nvPr/>
        </p:nvSpPr>
        <p:spPr>
          <a:xfrm xmlns:a="http://schemas.openxmlformats.org/drawingml/2006/main">
            <a:off x="768096" y="557784"/>
            <a:ext cx="1078992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r>
              <a:rPr sz="2800" b="1">
                <a:solidFill>
                  <a:srgbClr val="0070C0"/>
                </a:solidFill>
                <a:latin typeface="IBM Plex Sans"/>
                <a:ea typeface="IBM Plex Sans"/>
                <a:cs typeface="IBM Plex Sans"/>
              </a:rPr>
              <a:t>FoodBridge Architecture &amp; IBM Bob</a:t>
            </a:r>
          </a:p>
        </p:txBody>
      </p:sp>
      <p:sp>
        <p:nvSpPr>
          <p:cNvPr id="4" name="Shape 2">
            <a:extLst xmlns:a="http://schemas.openxmlformats.org/drawingml/2006/main">
              <a:ext uri="{FF2B5EF4-FFF2-40B4-BE49-F238E27FC236}">
                <a16:creationId xmlns:a16="http://schemas.microsoft.com/office/drawing/2014/main" id="{85EECEB9-78B3-4FAA-8DF0-D5DBB85A2C88}"/>
              </a:ext>
            </a:extLst>
          </p:cNvPr>
          <p:cNvSpPr>
            <a:spLocks xmlns:a="http://schemas.openxmlformats.org/drawingml/2006/main" noGrp="1"/>
          </p:cNvSpPr>
          <p:nvPr/>
        </p:nvSpPr>
        <p:spPr>
          <a:xfrm xmlns:a="http://schemas.openxmlformats.org/drawingml/2006/main">
            <a:off x="768096" y="1234440"/>
            <a:ext cx="10643616" cy="0"/>
          </a:xfrm>
          <a:prstGeom xmlns:a="http://schemas.openxmlformats.org/drawingml/2006/main" prst="line">
            <a:avLst/>
          </a:prstGeom>
          <a:noFill xmlns:a="http://schemas.openxmlformats.org/drawingml/2006/main"/>
          <a:ln xmlns:a="http://schemas.openxmlformats.org/drawingml/2006/main" w="15875">
            <a:solidFill>
              <a:srgbClr val="17365D"/>
            </a:solidFill>
            <a:prstDash val="solid"/>
          </a:ln>
        </p:spPr>
        <p:txBody>
          <a:bodyPr xmlns:a="http://schemas.openxmlformats.org/drawingml/2006/main"/>
          <a:lstStyle xmlns:a="http://schemas.openxmlformats.org/drawingml/2006/main"/>
          <a:p xmlns:a="http://schemas.openxmlformats.org/drawingml/2006/main">
            <a:endParaRPr>
              <a:latin typeface="IBM Plex Sans"/>
              <a:ea typeface="IBM Plex Sans"/>
              <a:cs typeface="IBM Plex Sans"/>
            </a:endParaRPr>
          </a:p>
        </p:txBody>
      </p:sp>
      <p:sp>
        <p:nvSpPr>
          <p:cNvPr id="6" name="Text 4">
            <a:extLst xmlns:a="http://schemas.openxmlformats.org/drawingml/2006/main">
              <a:ext uri="{FF2B5EF4-FFF2-40B4-BE49-F238E27FC236}">
                <a16:creationId xmlns:a16="http://schemas.microsoft.com/office/drawing/2014/main" id="{18EBF2EB-C78D-44FF-B37D-77D20CE2DB29}"/>
              </a:ext>
            </a:extLst>
          </p:cNvPr>
          <p:cNvSpPr>
            <a:spLocks xmlns:a="http://schemas.openxmlformats.org/drawingml/2006/main" noGrp="1"/>
          </p:cNvSpPr>
          <p:nvPr/>
        </p:nvSpPr>
        <p:spPr>
          <a:xfrm xmlns:a="http://schemas.openxmlformats.org/drawingml/2006/main">
            <a:off x="851713" y="1557068"/>
            <a:ext cx="10434513" cy="408029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r>
              <a:rPr sz="1600" b="1">
                <a:solidFill>
                  <a:srgbClr val="0072CE"/>
                </a:solidFill>
                <a:latin typeface="IBM Plex Sans"/>
                <a:ea typeface="IBM Plex Sans"/>
                <a:cs typeface="IBM Plex Sans"/>
              </a:rPr>
              <a:t>ARCHITECTURE</a:t>
            </a:r>
          </a:p>
          <a:p xmlns:a="http://schemas.openxmlformats.org/drawingml/2006/main">
            <a:r>
              <a:rPr sz="1800">
                <a:solidFill>
                  <a:srgbClr val="222222"/>
                </a:solidFill>
                <a:latin typeface="IBM Plex Sans"/>
                <a:ea typeface="IBM Plex Sans"/>
                <a:cs typeface="IBM Plex Sans"/>
              </a:rPr>
              <a:t>Role portals → Express API (JWT, matching, alerts) → PostgreSQL</a:t>
            </a:r>
          </a:p>
          <a:p xmlns:a="http://schemas.openxmlformats.org/drawingml/2006/main">
            <a:r>
              <a:rPr sz="1800">
                <a:solidFill>
                  <a:srgbClr val="222222"/>
                </a:solidFill>
                <a:latin typeface="IBM Plex Sans"/>
                <a:ea typeface="IBM Plex Sans"/>
                <a:cs typeface="IBM Plex Sans"/>
              </a:rPr>
              <a:t>Render hosting  •  Leaflet + OpenStreetMap</a:t>
            </a:r>
          </a:p>
          <a:p xmlns:a="http://schemas.openxmlformats.org/drawingml/2006/main">
            <a:r>
              <a:rPr sz="1800">
                <a:solidFill>
                  <a:srgbClr val="222222"/>
                </a:solidFill>
                <a:latin typeface="IBM Plex Sans"/>
                <a:ea typeface="IBM Plex Sans"/>
                <a:cs typeface="IBM Plex Sans"/>
              </a:rPr>
              <a:t/>
            </a:r>
          </a:p>
          <a:p xmlns:a="http://schemas.openxmlformats.org/drawingml/2006/main">
            <a:r>
              <a:rPr sz="1600" b="1">
                <a:solidFill>
                  <a:srgbClr val="0072CE"/>
                </a:solidFill>
                <a:latin typeface="IBM Plex Sans"/>
                <a:ea typeface="IBM Plex Sans"/>
                <a:cs typeface="IBM Plex Sans"/>
              </a:rPr>
              <a:t>IBM BOB — DEVELOPMENT PARTNER</a:t>
            </a:r>
          </a:p>
          <a:p xmlns:a="http://schemas.openxmlformats.org/drawingml/2006/main">
            <a:r>
              <a:rPr sz="1800" b="1">
                <a:solidFill>
                  <a:srgbClr val="222222"/>
                </a:solidFill>
                <a:latin typeface="IBM Plex Sans"/>
                <a:ea typeface="IBM Plex Sans"/>
                <a:cs typeface="IBM Plex Sans"/>
              </a:rPr>
              <a:t>Design: </a:t>
            </a:r>
            <a:r>
              <a:rPr sz="1800">
                <a:solidFill>
                  <a:srgbClr val="222222"/>
                </a:solidFill>
                <a:latin typeface="IBM Plex Sans"/>
                <a:ea typeface="IBM Plex Sans"/>
                <a:cs typeface="IBM Plex Sans"/>
              </a:rPr>
              <a:t>Co-designed five core interfaces and safety-first redistribution.</a:t>
            </a:r>
          </a:p>
          <a:p xmlns:a="http://schemas.openxmlformats.org/drawingml/2006/main">
            <a:r>
              <a:rPr sz="1800" b="1">
                <a:solidFill>
                  <a:srgbClr val="222222"/>
                </a:solidFill>
                <a:latin typeface="IBM Plex Sans"/>
                <a:ea typeface="IBM Plex Sans"/>
                <a:cs typeface="IBM Plex Sans"/>
              </a:rPr>
              <a:t>Build: </a:t>
            </a:r>
            <a:r>
              <a:rPr sz="1800">
                <a:solidFill>
                  <a:srgbClr val="222222"/>
                </a:solidFill>
                <a:latin typeface="IBM Plex Sans"/>
                <a:ea typeface="IBM Plex Sans"/>
                <a:cs typeface="IBM Plex Sans"/>
              </a:rPr>
              <a:t>Web interfaces, Express backend, role access, matching, and alerts.</a:t>
            </a:r>
          </a:p>
          <a:p xmlns:a="http://schemas.openxmlformats.org/drawingml/2006/main">
            <a:r>
              <a:rPr sz="1800" b="1">
                <a:solidFill>
                  <a:srgbClr val="222222"/>
                </a:solidFill>
                <a:latin typeface="IBM Plex Sans"/>
                <a:ea typeface="IBM Plex Sans"/>
                <a:cs typeface="IBM Plex Sans"/>
              </a:rPr>
              <a:t>Test: </a:t>
            </a:r>
            <a:r>
              <a:rPr sz="1800">
                <a:solidFill>
                  <a:srgbClr val="222222"/>
                </a:solidFill>
                <a:latin typeface="IBM Plex Sans"/>
                <a:ea typeface="IBM Plex Sans"/>
                <a:cs typeface="IBM Plex Sans"/>
              </a:rPr>
              <a:t>Helped debug and validate; 33/33 end-to-end tests passed.</a:t>
            </a:r>
          </a:p>
        </p:txBody>
      </p:sp>
      <p:pic>
        <p:nvPicPr>
          <p:cNvPr id="8" name="Picture 7">
            <a:extLst xmlns:a="http://schemas.openxmlformats.org/drawingml/2006/main">
              <a:ext uri="{FF2B5EF4-FFF2-40B4-BE49-F238E27FC236}">
                <a16:creationId xmlns:a16="http://schemas.microsoft.com/office/drawing/2014/main" id="{B36FFF07-1157-46D5-A078-7556FC474418}"/>
              </a:ext>
            </a:extLst>
          </p:cNvPr>
          <p:cNvPicPr>
            <a:picLocks xmlns:a="http://schemas.openxmlformats.org/drawingml/2006/main" noChangeAspect="1"/>
          </p:cNvPicPr>
          <p:nvPr/>
        </p:nvPicPr>
        <p:blipFill>
          <a:blip xmlns:r="http://schemas.openxmlformats.org/officeDocument/2006/relationships" xmlns:a="http://schemas.openxmlformats.org/drawingml/2006/main" r:embed="Re54a69451673404f"/>
          <a:stretch xmlns:a="http://schemas.openxmlformats.org/drawingml/2006/main">
            <a:fillRect l="0" t="0" r="0" b="0"/>
          </a:stretch>
        </p:blipFill>
        <p:spPr>
          <a:xfrm xmlns:a="http://schemas.openxmlformats.org/drawingml/2006/main">
            <a:off x="388188" y="6152222"/>
            <a:ext cx="11358114" cy="505782"/>
          </a:xfrm>
          <a:prstGeom xmlns:a="http://schemas.openxmlformats.org/drawingml/2006/main" prst="rect">
            <a:avLst/>
          </a:prstGeom>
        </p:spPr>
      </p:pic>
    </p:spTree>
    <p:extLst>
      <p:ext uri="{BB962C8B-B14F-4D97-AF65-F5344CB8AC3E}">
        <p14:creationId xmlns:p14="http://schemas.microsoft.com/office/powerpoint/2010/main" val="14601859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2026-10-24T01:44:52.0420000Z</dcterms:created>
  <dcterms:modified xsi:type="dcterms:W3CDTF">2026-10-24T01:44:52.0420000Z</dcterms:modified>
</coreProperties>
</file>